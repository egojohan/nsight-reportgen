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Inter-boldItalic.fntdata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368b67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8368b67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864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2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